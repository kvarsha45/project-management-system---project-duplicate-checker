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2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A456E-06BD-4663-86EF-961887CFBEB0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6CB8B-3335-4C39-8CF7-2F96BBC2C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71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6CB8B-3335-4C39-8CF7-2F96BBC2CEC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674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guktrkv.ac.in/index.php" TargetMode="External"/><Relationship Id="rId2" Type="http://schemas.openxmlformats.org/officeDocument/2006/relationships/hyperlink" Target="https://www.researchgate.net/publication/312523925_A_web-based_final_year_Students_Project_Duplication_Detection_Syste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D4A59BA6-844E-4BBA-4903-FC55C2BA3E40}"/>
              </a:ext>
            </a:extLst>
          </p:cNvPr>
          <p:cNvSpPr>
            <a:spLocks noGrp="1"/>
          </p:cNvSpPr>
          <p:nvPr/>
        </p:nvSpPr>
        <p:spPr>
          <a:xfrm>
            <a:off x="958839" y="2777778"/>
            <a:ext cx="9376398" cy="479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DUPLICATE PROJECT CHECKER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DDF9F5D-207B-B060-F000-28532675037A}"/>
              </a:ext>
            </a:extLst>
          </p:cNvPr>
          <p:cNvSpPr txBox="1">
            <a:spLocks/>
          </p:cNvSpPr>
          <p:nvPr/>
        </p:nvSpPr>
        <p:spPr>
          <a:xfrm>
            <a:off x="4521666" y="3567107"/>
            <a:ext cx="3422709" cy="4183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417C5DD-C7E7-65ED-034A-C39CEACD3135}"/>
              </a:ext>
            </a:extLst>
          </p:cNvPr>
          <p:cNvSpPr txBox="1">
            <a:spLocks/>
          </p:cNvSpPr>
          <p:nvPr/>
        </p:nvSpPr>
        <p:spPr>
          <a:xfrm>
            <a:off x="4764361" y="3985424"/>
            <a:ext cx="4016061" cy="4183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Mrs.G.SWAPNA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D19EB263-D7C2-72D8-EFF7-B3B553CFC695}"/>
              </a:ext>
            </a:extLst>
          </p:cNvPr>
          <p:cNvSpPr txBox="1">
            <a:spLocks/>
          </p:cNvSpPr>
          <p:nvPr/>
        </p:nvSpPr>
        <p:spPr>
          <a:xfrm>
            <a:off x="9295002" y="5528942"/>
            <a:ext cx="3615655" cy="14255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CHEPPALI KALYANI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R190388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CE0E5B7-71BB-E482-E86F-134F90585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71" y="292291"/>
            <a:ext cx="11229975" cy="123825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7B35533C-7187-8EAF-BC2D-4E142129C48A}"/>
              </a:ext>
            </a:extLst>
          </p:cNvPr>
          <p:cNvSpPr txBox="1">
            <a:spLocks/>
          </p:cNvSpPr>
          <p:nvPr/>
        </p:nvSpPr>
        <p:spPr>
          <a:xfrm>
            <a:off x="2248251" y="1746979"/>
            <a:ext cx="7726260" cy="4257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1407214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17E9F-CFA5-95D0-446B-1F8D8BB1A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360" y="682833"/>
            <a:ext cx="8911687" cy="128089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C7125-2008-FA8B-3AE3-DA8E9761B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360" y="1518407"/>
            <a:ext cx="9700252" cy="439281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Management System aims to streamline student project management and prevent duplication across the university.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Python and Flask, it allows users to search and compare project titles in the student database.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detects duplicates by comparing project titles with student data, including name, ID number, section, and faculty guide.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user-friendly interface enables quick searches, displaying potential duplicates and detailed student and guide information.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Emphasizing user experience, the platform is easy to navigate for both students and faculty.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500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23798-A88D-7220-D17D-5A9391998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132" y="864066"/>
            <a:ext cx="9776480" cy="504715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progress includes a project title search function, user interface design, and database integration for accurate duplicate checks.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enhancements will add features for viewing guides and managing projects efficiently.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helps prevent project duplication and streamline the project management process for the university.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can quickly search for project titles and view results of potential duplicate projects.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platform provides detailed information regarding students and their respective guides.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integrates seamlessly with the student database for accurate and efficient duplicate checks.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supports both students and faculty in managing and monitoring projects effectively.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1153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14232-A109-D247-04BF-B7C2417A4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798" y="713063"/>
            <a:ext cx="9826814" cy="1149991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6E350-84D5-D413-3899-BCE13C8A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5578" y="1392571"/>
            <a:ext cx="10142290" cy="475236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management is essential for organizing, executing, and tracking various projects, especially in academic settings.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"Project Duplicate Checker" is an innovative system designed to help university staff and students identify duplicate project titles.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ensures that no two students work on the same project.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system streamlines and enhances the management of student projects.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prevents redundant work and promotes originality.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Traditionally, identifying project duplication was a manual task performed by faculty members.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manual process was time-consuming and prone to human error.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93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1B0F1-2686-64E8-99A7-91E5F17FE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1630" y="964733"/>
            <a:ext cx="10544962" cy="5092117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the increasing number of students and projects in academic institutions, an automated and efficient solution is essential.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"Project Duplicate Checker" addresses this need by utilizing web technologies and backend systems.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enables faculty to manage projects and track potential duplications easily.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educational institutions, project duplication occurs when multiple students choose the same project.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leads to redundant work and confusion among students and faculty.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Traditional methods of checking for duplicate projects rely on manual inspection.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Manual inspection is not scalable and can lead to delays in project approvals.</a:t>
            </a:r>
          </a:p>
          <a:p>
            <a:pPr algn="just">
              <a:lnSpc>
                <a:spcPct val="150000"/>
              </a:lnSpc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"Project Duplicate Checker" solves this problem with an automated system.</a:t>
            </a:r>
          </a:p>
          <a:p>
            <a:pPr algn="just">
              <a:lnSpc>
                <a:spcPct val="150000"/>
              </a:lnSpc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allows faculty and students to efficiently check for duplicate projects based on project titles and other relevant details.</a:t>
            </a:r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169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7503B-88EF-3057-14CB-12B43E484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356" y="838899"/>
            <a:ext cx="9642256" cy="507232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can quickly identify any potential duplicates.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approach minimizes the administrative burden on faculty.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allows faculty to focus on more critical aspects of project guidance and assessment.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The system improves efficiency by automating the process of checking for duplicate projects.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saves time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fBy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implementing a web-based platform, the system enables students to search for their project titles.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both faculty and students.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tool ensures that students select original projects, fostering creativity and innovation.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providing an easy-to-use platform, the system reduces unnecessary work and promotes academic integrity.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49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9723B-E5D9-2202-676B-B3F6EE6D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742" y="704675"/>
            <a:ext cx="9784870" cy="72145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ED836-D3AA-66AB-28DD-9E7466023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9742" y="1300294"/>
            <a:ext cx="9784870" cy="461092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Efficient management of project duplication detection is crucial for maintaining academic integrity and encouraging originality among students.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Traditionally, supervisors have relied on manual methods and personal knowledge to identify duplicate projects.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methods are often slow, prone to errors, and limited by the expertise available.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can lead to delayed interventions and unintentional approvals of plagiarized projects.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the educational sector faces increasing challenges, there has been a gradual shift towards digital solutions to enhance project management.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Basic online systems have emerged as initial improvements over manual processes.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These systems provide platforms for supervisors to check project titles and abstracts against existing databases.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432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603FC-D1D3-593D-7E0A-0ACF02C2C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6187" y="704675"/>
            <a:ext cx="9588617" cy="5679347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However, these applications often lack advanced features such as real-time updates and comprehensive project databases.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They also lack tailored recommendations, leading to potential oversight and suboptimal project management practices.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Despite these limitations, basic online systems have helped reduce some of the burden associated with manual duplication checks.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They provide supervisors with quicker access to information.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Basic online systems often fall short in providing comprehensive project information and tailored recommendations.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They may lack real-time updates on project submissions and advanced comparison capabilities.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can result in missed duplicates and ineffective management practices.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Despite these shortcomings, basic online systems have played a crucial role in alleviating some of the burden associated with manual project duplication checks.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352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45F468-42B8-C965-13A9-80B027823A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155896"/>
              </p:ext>
            </p:extLst>
          </p:nvPr>
        </p:nvGraphicFramePr>
        <p:xfrm>
          <a:off x="1652631" y="243281"/>
          <a:ext cx="9851985" cy="643435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31229">
                  <a:extLst>
                    <a:ext uri="{9D8B030D-6E8A-4147-A177-3AD203B41FA5}">
                      <a16:colId xmlns:a16="http://schemas.microsoft.com/office/drawing/2014/main" val="2357395086"/>
                    </a:ext>
                  </a:extLst>
                </a:gridCol>
                <a:gridCol w="2055189">
                  <a:extLst>
                    <a:ext uri="{9D8B030D-6E8A-4147-A177-3AD203B41FA5}">
                      <a16:colId xmlns:a16="http://schemas.microsoft.com/office/drawing/2014/main" val="3398091054"/>
                    </a:ext>
                  </a:extLst>
                </a:gridCol>
                <a:gridCol w="2055189">
                  <a:extLst>
                    <a:ext uri="{9D8B030D-6E8A-4147-A177-3AD203B41FA5}">
                      <a16:colId xmlns:a16="http://schemas.microsoft.com/office/drawing/2014/main" val="3654519996"/>
                    </a:ext>
                  </a:extLst>
                </a:gridCol>
                <a:gridCol w="2055189">
                  <a:extLst>
                    <a:ext uri="{9D8B030D-6E8A-4147-A177-3AD203B41FA5}">
                      <a16:colId xmlns:a16="http://schemas.microsoft.com/office/drawing/2014/main" val="3755692803"/>
                    </a:ext>
                  </a:extLst>
                </a:gridCol>
                <a:gridCol w="2055189">
                  <a:extLst>
                    <a:ext uri="{9D8B030D-6E8A-4147-A177-3AD203B41FA5}">
                      <a16:colId xmlns:a16="http://schemas.microsoft.com/office/drawing/2014/main" val="3968473687"/>
                    </a:ext>
                  </a:extLst>
                </a:gridCol>
              </a:tblGrid>
              <a:tr h="367678"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Authors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Method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Outcome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Drawback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20535"/>
                  </a:ext>
                </a:extLst>
              </a:tr>
              <a:tr h="1746468"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M. Abubakar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Web-based supervision management system prototype 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Web-based supervision management system prototype 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Dependency on large datasets, performance variability across datasets 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470893"/>
                  </a:ext>
                </a:extLst>
              </a:tr>
              <a:tr h="2022226"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A. </a:t>
                      </a:r>
                      <a:r>
                        <a:rPr lang="en-IN" sz="18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Abdulkareem</a:t>
                      </a: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University portal for managing undergraduate projects using ASP.NET and Microsoft SQL Server 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Automates supervisor allocation, manages project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Complex implementation, limited duplication detection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170444"/>
                  </a:ext>
                </a:extLst>
              </a:tr>
              <a:tr h="2297985"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Jumoke </a:t>
                      </a:r>
                      <a:r>
                        <a:rPr lang="en-IN" sz="18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Soyemi</a:t>
                      </a: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IN" sz="18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Folasade</a:t>
                      </a: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O. </a:t>
                      </a:r>
                      <a:r>
                        <a:rPr lang="en-IN" sz="18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Isinkaye</a:t>
                      </a: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Web-based student project duplication detection using HTML, JavaScript, CSS, and PHP 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Prevents project duplication, encourages originality, provides a centralized database for supervisors 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Requires manual input, lacks real-time updates. 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426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20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9A791-BC1F-532F-E37C-E2C4CEDB1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82833"/>
            <a:ext cx="8911687" cy="128089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FF181-84EF-E7C9-7B4A-EBB71B801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5" y="1359017"/>
            <a:ext cx="9953429" cy="481615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motivation behind the development of the "Project Duplicate Checker" is to maintain order and clarity in managing academic projects.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a growing number of students, the likelihood of project duplication increases, making manual handling impractical.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system aims to improve efficiency by automating the process of checking for duplicate projects.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saves time for both faculty and students.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tool ensures that students select original projects, fostering creativity and innovation.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providing a platform for easy search and check of project titles, the system reduces unnecessary work.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promotes academic integrity and ensures that project titles are unique.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474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35DE4-5843-DFE7-3B74-39525520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99611"/>
            <a:ext cx="8911687" cy="128089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F80D-62CC-4187-0EE6-841A9675B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573" y="1359017"/>
            <a:ext cx="10419126" cy="529345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"Project Duplicate Checker" contributes to academic project management by offering several key benefits.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integrates a search function that allows students to check if their project has already been taken before submitting their final proposal.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ensures originality and helps reduce redundancy, promoting a more efficient workflow within the academic environment.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functionality significantly reduces the workload for faculty, allowing them to approve or reject projects with minimal effort.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backend of the system, powered by Python and integrated with a database, ensures accurate and real-time updates of project statuses.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platform prioritizes user experience by featuring a simple and intuitive interface.</a:t>
            </a:r>
          </a:p>
        </p:txBody>
      </p:sp>
    </p:spTree>
    <p:extLst>
      <p:ext uri="{BB962C8B-B14F-4D97-AF65-F5344CB8AC3E}">
        <p14:creationId xmlns:p14="http://schemas.microsoft.com/office/powerpoint/2010/main" val="945638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46765-45D3-9D5C-9491-E29986C69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08000"/>
            <a:ext cx="8911687" cy="128089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MODULE-1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70F4E-029F-7AA0-496C-77104E108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3574" y="1451295"/>
            <a:ext cx="9961038" cy="445992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Search and Duplicate Checking module ensures no two students submit identical or highly similar project titles.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functionality promotes originality and prevents plagiarism in student projects.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Users can search for existing projects by entering the title or related keywords.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uses an algorithm to compare the input with existing project titles and identify duplicates.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Search results include details like student names, ID numbers, sections, email IDs, project titles, and guide names.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system notifies the user if no matching projects are found or if duplicates exist.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005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5135B53-0FC4-FDC3-1773-63E9733DA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8789" y="1500200"/>
            <a:ext cx="5741704" cy="374149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B404E-F39E-A6E9-E182-B5BE264D4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35854" y="880844"/>
            <a:ext cx="4458558" cy="4980205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interface is user-friendly, with a search bar, button, and results section.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duplicate checking mechanism processes the input, queries the database, and uses similarity assessment algorithms.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are displayed in a table format, making comparison easy.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ensures fast, responsive search processes with optimized database querying and data integrity checks.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948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0004-D9E0-7CE9-8EF7-57C372BB3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691" y="699611"/>
            <a:ext cx="8911687" cy="128089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0639-77D3-AD74-16DA-FC0EB2683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622" y="1241571"/>
            <a:ext cx="9927990" cy="466965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Database Management module ensures efficient, reliable, and secure management of data in the Project Management System.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uses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SQLAlchemy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seamless communication between the Flask application and MySQL database.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primary objective is to manage and manipulate data efficiently, ensuring integrity and security.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Database configuration involves setting up the database URI, username, password, host, and secret key.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models are defined using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SQLAlchemy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classes, representing tables and columns in the database.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 data models include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Students_data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for student information and "guide" for guide details.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module executes SQL queries using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SQLAlchemy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providing flexibility for complex operations.</a:t>
            </a:r>
          </a:p>
        </p:txBody>
      </p:sp>
    </p:spTree>
    <p:extLst>
      <p:ext uri="{BB962C8B-B14F-4D97-AF65-F5344CB8AC3E}">
        <p14:creationId xmlns:p14="http://schemas.microsoft.com/office/powerpoint/2010/main" val="3404233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6518C8-74DE-F1B9-7BDB-429F6D545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3013" y="1518407"/>
            <a:ext cx="5606132" cy="368276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80A63-E7CD-2533-36BF-424AB72AB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35854" y="713064"/>
            <a:ext cx="4458558" cy="5147985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 functionalities include student login, guide information retrieval, project checking, and student profile viewing.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student login validates ID and SSC details to allow access to the system.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project checker feature helps ensure project uniqueness by identifying similar projects and displaying relevant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guide information feature displays details about faculty members, including names, images, and students working under each guide.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893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7CDF-82E5-565B-A823-A605186A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08000"/>
            <a:ext cx="8911687" cy="128089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A93FB-C860-F8A1-F157-D6E2D2FA7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130" y="1392572"/>
            <a:ext cx="9927482" cy="451865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User-Friendly Interface module ensures an intuitive and seamless experience for users.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home page serves as the central hub, providing easy access to different sections of the application.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navigation bar offers links to the home page, guide, and project checker for easy navigation.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introduction section provides a brief overview of the system's purpose and features.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links offer direct access to frequently used sections like student login and project checker.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student login page allows students to securely log in using their ID number and SSC details.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guide information page lists all available guides, along with their names and images.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students under guide page displays students working under a selected guide, with their details and project titles.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043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FBCD432-4D1F-F7D6-B9BB-A9DA7E954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7512" y="1679894"/>
            <a:ext cx="5740356" cy="349820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CF289-E165-CC5F-D53C-1BFFF8E18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2275" y="905341"/>
            <a:ext cx="4483725" cy="5047317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checker page allows users to search for existing projects and verify project title uniqueness.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student profile page shows detailed student information, including project titles and associated guides.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faculty profile page provides detailed information about faculty members and their students.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faculty login page allows faculty members to securely log in to access their functionalities.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74077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F54EB-BC58-DA5F-B15B-970492BF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99611"/>
            <a:ext cx="8911687" cy="128089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72B0B-F54E-E0B3-528B-D1AD3AFFF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295" y="1359017"/>
            <a:ext cx="10335237" cy="467266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Management System effectively manages student and project data while ensuring secure authentication.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prevents duplicate project submissions, promoting originality and academic integrity.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 and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SQLAlchemy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ensure secure and efficient data storage and retrieval.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automated notifications for project deadlines, updates, and announcements.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features to track project progress and generate detailed reports.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Improving the search functionality with advanced filters and sorting options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Developing a mobile-friendly version or dedicated mobile app for increased accessibility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258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9954-5531-C298-D2C7-458F8AD75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91222"/>
            <a:ext cx="8911687" cy="128089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F3CCF-4EC9-47EA-5E6F-DA6D4624E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8504" y="2927758"/>
            <a:ext cx="9864456" cy="44347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https://www.researchgate.net/publication/312523925_A_web-based_final_year_Students_Project_Duplication_Detection_System</a:t>
            </a:r>
            <a:endParaRPr lang="en-IN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https://www.rguktrkv.ac.in/index.php </a:t>
            </a:r>
            <a:endParaRPr lang="en-IN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66780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95</TotalTime>
  <Words>1884</Words>
  <Application>Microsoft Office PowerPoint</Application>
  <PresentationFormat>Widescreen</PresentationFormat>
  <Paragraphs>143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Century Gothic</vt:lpstr>
      <vt:lpstr>Times New Roman</vt:lpstr>
      <vt:lpstr>Wingdings</vt:lpstr>
      <vt:lpstr>Wingdings 3</vt:lpstr>
      <vt:lpstr>Wisp</vt:lpstr>
      <vt:lpstr>PowerPoint Presentation</vt:lpstr>
      <vt:lpstr>ABSTRACT</vt:lpstr>
      <vt:lpstr>PowerPoint Presentation</vt:lpstr>
      <vt:lpstr>INTRODUCTION </vt:lpstr>
      <vt:lpstr>PowerPoint Presentation</vt:lpstr>
      <vt:lpstr>PowerPoint Presentation</vt:lpstr>
      <vt:lpstr>LITERATURE</vt:lpstr>
      <vt:lpstr>PowerPoint Presentation</vt:lpstr>
      <vt:lpstr>PowerPoint Presentation</vt:lpstr>
      <vt:lpstr>MOTIVATION</vt:lpstr>
      <vt:lpstr>CONTRIBUTION</vt:lpstr>
      <vt:lpstr>MODULE-1</vt:lpstr>
      <vt:lpstr>PowerPoint Presentation</vt:lpstr>
      <vt:lpstr>MODULE-2</vt:lpstr>
      <vt:lpstr>PowerPoint Presentation</vt:lpstr>
      <vt:lpstr>MODULE-3</vt:lpstr>
      <vt:lpstr>PowerPoint Presentation</vt:lpstr>
      <vt:lpstr>CONCLUSION AND FUTURE ENHANCEMENT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CHEPPALI KALYANI</dc:creator>
  <cp:lastModifiedBy>CHEPPALI KALYANI</cp:lastModifiedBy>
  <cp:revision>2</cp:revision>
  <dcterms:created xsi:type="dcterms:W3CDTF">2024-11-29T14:51:36Z</dcterms:created>
  <dcterms:modified xsi:type="dcterms:W3CDTF">2024-11-29T16:26:40Z</dcterms:modified>
</cp:coreProperties>
</file>